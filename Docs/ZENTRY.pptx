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Cocomat Pro Bold" charset="1" panose="00000700000000000000"/>
      <p:regular r:id="rId9"/>
    </p:embeddedFont>
    <p:embeddedFont>
      <p:font typeface="Open Sans" charset="1" panose="020B0606030504020204"/>
      <p:regular r:id="rId10"/>
    </p:embeddedFont>
    <p:embeddedFont>
      <p:font typeface="Poppins" charset="1" panose="00000500000000000000"/>
      <p:regular r:id="rId11"/>
    </p:embeddedFont>
    <p:embeddedFont>
      <p:font typeface="Open Sans Bold" charset="1" panose="020B0806030504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A56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2761285"/>
            <a:ext cx="18288000" cy="4764429"/>
            <a:chOff x="0" y="0"/>
            <a:chExt cx="4816593" cy="12548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254829"/>
            </a:xfrm>
            <a:custGeom>
              <a:avLst/>
              <a:gdLst/>
              <a:ahLst/>
              <a:cxnLst/>
              <a:rect r="r" b="b" t="t" l="l"/>
              <a:pathLst>
                <a:path h="125482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54829"/>
                  </a:lnTo>
                  <a:lnTo>
                    <a:pt x="0" y="1254829"/>
                  </a:lnTo>
                  <a:close/>
                </a:path>
              </a:pathLst>
            </a:custGeom>
            <a:solidFill>
              <a:srgbClr val="4669B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1292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718187" y="3775068"/>
            <a:ext cx="4851625" cy="1368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b="true" sz="7999">
                <a:solidFill>
                  <a:srgbClr val="FFFFFF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ZENTRY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36054" y="5496046"/>
            <a:ext cx="541589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Sistema de gestión de recursos humanos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-56186" y="2742235"/>
            <a:ext cx="18747294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-459313" y="7544765"/>
            <a:ext cx="18747294" cy="1905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5226397" y="9732456"/>
            <a:ext cx="7835205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D1DFFF"/>
                </a:solidFill>
                <a:latin typeface="Open Sans"/>
                <a:ea typeface="Open Sans"/>
                <a:cs typeface="Open Sans"/>
                <a:sym typeface="Open Sans"/>
              </a:rPr>
              <a:t>TFG por </a:t>
            </a:r>
            <a:r>
              <a:rPr lang="en-US" sz="1800">
                <a:solidFill>
                  <a:srgbClr val="D1DFFF"/>
                </a:solidFill>
                <a:latin typeface="Open Sans"/>
                <a:ea typeface="Open Sans"/>
                <a:cs typeface="Open Sans"/>
                <a:sym typeface="Open Sans"/>
              </a:rPr>
              <a:t>Paula Búrdalo Sánchez, Iván Izquierdo Castillo - DAWB 2025-2026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44378"/>
            <a:chOff x="0" y="0"/>
            <a:chExt cx="4816593" cy="5384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38437"/>
            </a:xfrm>
            <a:custGeom>
              <a:avLst/>
              <a:gdLst/>
              <a:ahLst/>
              <a:cxnLst/>
              <a:rect r="r" b="b" t="t" l="l"/>
              <a:pathLst>
                <a:path h="53843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38437"/>
                  </a:lnTo>
                  <a:lnTo>
                    <a:pt x="0" y="538437"/>
                  </a:lnTo>
                  <a:close/>
                </a:path>
              </a:pathLst>
            </a:custGeom>
            <a:solidFill>
              <a:srgbClr val="3A56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76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09439" y="2380527"/>
            <a:ext cx="3949861" cy="6877773"/>
            <a:chOff x="0" y="0"/>
            <a:chExt cx="1040293" cy="18114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0293" cy="1811430"/>
            </a:xfrm>
            <a:custGeom>
              <a:avLst/>
              <a:gdLst/>
              <a:ahLst/>
              <a:cxnLst/>
              <a:rect r="r" b="b" t="t" l="l"/>
              <a:pathLst>
                <a:path h="1811430" w="1040293">
                  <a:moveTo>
                    <a:pt x="0" y="0"/>
                  </a:moveTo>
                  <a:lnTo>
                    <a:pt x="1040293" y="0"/>
                  </a:lnTo>
                  <a:lnTo>
                    <a:pt x="1040293" y="1811430"/>
                  </a:lnTo>
                  <a:lnTo>
                    <a:pt x="0" y="1811430"/>
                  </a:lnTo>
                  <a:close/>
                </a:path>
              </a:pathLst>
            </a:custGeom>
            <a:solidFill>
              <a:srgbClr val="3A569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40293" cy="1849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714553" y="3565889"/>
            <a:ext cx="3139633" cy="1277556"/>
            <a:chOff x="0" y="0"/>
            <a:chExt cx="826899" cy="3364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6899" cy="336476"/>
            </a:xfrm>
            <a:custGeom>
              <a:avLst/>
              <a:gdLst/>
              <a:ahLst/>
              <a:cxnLst/>
              <a:rect r="r" b="b" t="t" l="l"/>
              <a:pathLst>
                <a:path h="336476" w="826899">
                  <a:moveTo>
                    <a:pt x="0" y="0"/>
                  </a:moveTo>
                  <a:lnTo>
                    <a:pt x="826899" y="0"/>
                  </a:lnTo>
                  <a:lnTo>
                    <a:pt x="826899" y="336476"/>
                  </a:lnTo>
                  <a:lnTo>
                    <a:pt x="0" y="336476"/>
                  </a:lnTo>
                  <a:close/>
                </a:path>
              </a:pathLst>
            </a:custGeom>
            <a:solidFill>
              <a:srgbClr val="4D73C8"/>
            </a:solidFill>
            <a:ln w="38100" cap="sq">
              <a:solidFill>
                <a:srgbClr val="D1D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26899" cy="37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714553" y="5461293"/>
            <a:ext cx="3139633" cy="1277556"/>
            <a:chOff x="0" y="0"/>
            <a:chExt cx="826899" cy="3364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6899" cy="336476"/>
            </a:xfrm>
            <a:custGeom>
              <a:avLst/>
              <a:gdLst/>
              <a:ahLst/>
              <a:cxnLst/>
              <a:rect r="r" b="b" t="t" l="l"/>
              <a:pathLst>
                <a:path h="336476" w="826899">
                  <a:moveTo>
                    <a:pt x="0" y="0"/>
                  </a:moveTo>
                  <a:lnTo>
                    <a:pt x="826899" y="0"/>
                  </a:lnTo>
                  <a:lnTo>
                    <a:pt x="826899" y="336476"/>
                  </a:lnTo>
                  <a:lnTo>
                    <a:pt x="0" y="336476"/>
                  </a:lnTo>
                  <a:close/>
                </a:path>
              </a:pathLst>
            </a:custGeom>
            <a:solidFill>
              <a:srgbClr val="4D73C8"/>
            </a:solidFill>
            <a:ln w="38100" cap="sq">
              <a:solidFill>
                <a:srgbClr val="D1D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26899" cy="37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14553" y="7357974"/>
            <a:ext cx="3139633" cy="1277556"/>
            <a:chOff x="0" y="0"/>
            <a:chExt cx="826899" cy="3364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6899" cy="336476"/>
            </a:xfrm>
            <a:custGeom>
              <a:avLst/>
              <a:gdLst/>
              <a:ahLst/>
              <a:cxnLst/>
              <a:rect r="r" b="b" t="t" l="l"/>
              <a:pathLst>
                <a:path h="336476" w="826899">
                  <a:moveTo>
                    <a:pt x="0" y="0"/>
                  </a:moveTo>
                  <a:lnTo>
                    <a:pt x="826899" y="0"/>
                  </a:lnTo>
                  <a:lnTo>
                    <a:pt x="826899" y="336476"/>
                  </a:lnTo>
                  <a:lnTo>
                    <a:pt x="0" y="336476"/>
                  </a:lnTo>
                  <a:close/>
                </a:path>
              </a:pathLst>
            </a:custGeom>
            <a:solidFill>
              <a:srgbClr val="4D73C8"/>
            </a:solidFill>
            <a:ln w="38100" cap="sq">
              <a:solidFill>
                <a:srgbClr val="D1D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26899" cy="374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4673228"/>
            <a:ext cx="3303125" cy="1726075"/>
            <a:chOff x="0" y="0"/>
            <a:chExt cx="869959" cy="4546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9959" cy="454604"/>
            </a:xfrm>
            <a:custGeom>
              <a:avLst/>
              <a:gdLst/>
              <a:ahLst/>
              <a:cxnLst/>
              <a:rect r="r" b="b" t="t" l="l"/>
              <a:pathLst>
                <a:path h="454604" w="869959">
                  <a:moveTo>
                    <a:pt x="0" y="0"/>
                  </a:moveTo>
                  <a:lnTo>
                    <a:pt x="869959" y="0"/>
                  </a:lnTo>
                  <a:lnTo>
                    <a:pt x="869959" y="454604"/>
                  </a:lnTo>
                  <a:lnTo>
                    <a:pt x="0" y="454604"/>
                  </a:lnTo>
                  <a:close/>
                </a:path>
              </a:pathLst>
            </a:custGeom>
            <a:solidFill>
              <a:srgbClr val="D1DFFF"/>
            </a:solidFill>
            <a:ln w="28575" cap="sq">
              <a:solidFill>
                <a:srgbClr val="4D73C8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69959" cy="492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71809" y="4673228"/>
            <a:ext cx="3303125" cy="1726075"/>
            <a:chOff x="0" y="0"/>
            <a:chExt cx="869959" cy="45460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9959" cy="454604"/>
            </a:xfrm>
            <a:custGeom>
              <a:avLst/>
              <a:gdLst/>
              <a:ahLst/>
              <a:cxnLst/>
              <a:rect r="r" b="b" t="t" l="l"/>
              <a:pathLst>
                <a:path h="454604" w="869959">
                  <a:moveTo>
                    <a:pt x="0" y="0"/>
                  </a:moveTo>
                  <a:lnTo>
                    <a:pt x="869959" y="0"/>
                  </a:lnTo>
                  <a:lnTo>
                    <a:pt x="869959" y="454604"/>
                  </a:lnTo>
                  <a:lnTo>
                    <a:pt x="0" y="454604"/>
                  </a:lnTo>
                  <a:close/>
                </a:path>
              </a:pathLst>
            </a:custGeom>
            <a:solidFill>
              <a:srgbClr val="D1DFFF"/>
            </a:solidFill>
            <a:ln w="28575" cap="sq">
              <a:solidFill>
                <a:srgbClr val="4D73C8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69959" cy="492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913109" y="4673228"/>
            <a:ext cx="3303125" cy="1726075"/>
            <a:chOff x="0" y="0"/>
            <a:chExt cx="869959" cy="4546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9959" cy="454604"/>
            </a:xfrm>
            <a:custGeom>
              <a:avLst/>
              <a:gdLst/>
              <a:ahLst/>
              <a:cxnLst/>
              <a:rect r="r" b="b" t="t" l="l"/>
              <a:pathLst>
                <a:path h="454604" w="869959">
                  <a:moveTo>
                    <a:pt x="0" y="0"/>
                  </a:moveTo>
                  <a:lnTo>
                    <a:pt x="869959" y="0"/>
                  </a:lnTo>
                  <a:lnTo>
                    <a:pt x="869959" y="454604"/>
                  </a:lnTo>
                  <a:lnTo>
                    <a:pt x="0" y="454604"/>
                  </a:lnTo>
                  <a:close/>
                </a:path>
              </a:pathLst>
            </a:custGeom>
            <a:solidFill>
              <a:srgbClr val="D1DFFF"/>
            </a:solidFill>
            <a:ln w="28575" cap="sq">
              <a:solidFill>
                <a:srgbClr val="4D73C8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69959" cy="492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9604" y="6932703"/>
            <a:ext cx="3303125" cy="1726075"/>
            <a:chOff x="0" y="0"/>
            <a:chExt cx="869959" cy="45460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69959" cy="454604"/>
            </a:xfrm>
            <a:custGeom>
              <a:avLst/>
              <a:gdLst/>
              <a:ahLst/>
              <a:cxnLst/>
              <a:rect r="r" b="b" t="t" l="l"/>
              <a:pathLst>
                <a:path h="454604" w="869959">
                  <a:moveTo>
                    <a:pt x="0" y="0"/>
                  </a:moveTo>
                  <a:lnTo>
                    <a:pt x="869959" y="0"/>
                  </a:lnTo>
                  <a:lnTo>
                    <a:pt x="869959" y="454604"/>
                  </a:lnTo>
                  <a:lnTo>
                    <a:pt x="0" y="454604"/>
                  </a:lnTo>
                  <a:close/>
                </a:path>
              </a:pathLst>
            </a:custGeom>
            <a:solidFill>
              <a:srgbClr val="D1DFFF"/>
            </a:solidFill>
            <a:ln w="28575" cap="sq">
              <a:solidFill>
                <a:srgbClr val="4D73C8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69959" cy="492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972713" y="6932703"/>
            <a:ext cx="3303125" cy="1726075"/>
            <a:chOff x="0" y="0"/>
            <a:chExt cx="869959" cy="4546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69959" cy="454604"/>
            </a:xfrm>
            <a:custGeom>
              <a:avLst/>
              <a:gdLst/>
              <a:ahLst/>
              <a:cxnLst/>
              <a:rect r="r" b="b" t="t" l="l"/>
              <a:pathLst>
                <a:path h="454604" w="869959">
                  <a:moveTo>
                    <a:pt x="0" y="0"/>
                  </a:moveTo>
                  <a:lnTo>
                    <a:pt x="869959" y="0"/>
                  </a:lnTo>
                  <a:lnTo>
                    <a:pt x="869959" y="454604"/>
                  </a:lnTo>
                  <a:lnTo>
                    <a:pt x="0" y="454604"/>
                  </a:lnTo>
                  <a:close/>
                </a:path>
              </a:pathLst>
            </a:custGeom>
            <a:solidFill>
              <a:srgbClr val="D1DFFF"/>
            </a:solidFill>
            <a:ln w="28575" cap="sq">
              <a:solidFill>
                <a:srgbClr val="4D73C8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69959" cy="492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914013" y="6932703"/>
            <a:ext cx="3303125" cy="1726075"/>
            <a:chOff x="0" y="0"/>
            <a:chExt cx="869959" cy="45460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69959" cy="454604"/>
            </a:xfrm>
            <a:custGeom>
              <a:avLst/>
              <a:gdLst/>
              <a:ahLst/>
              <a:cxnLst/>
              <a:rect r="r" b="b" t="t" l="l"/>
              <a:pathLst>
                <a:path h="454604" w="869959">
                  <a:moveTo>
                    <a:pt x="0" y="0"/>
                  </a:moveTo>
                  <a:lnTo>
                    <a:pt x="869959" y="0"/>
                  </a:lnTo>
                  <a:lnTo>
                    <a:pt x="869959" y="454604"/>
                  </a:lnTo>
                  <a:lnTo>
                    <a:pt x="0" y="454604"/>
                  </a:lnTo>
                  <a:close/>
                </a:path>
              </a:pathLst>
            </a:custGeom>
            <a:solidFill>
              <a:srgbClr val="D1DFFF"/>
            </a:solidFill>
            <a:ln w="28575" cap="sq">
              <a:solidFill>
                <a:srgbClr val="4D73C8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869959" cy="492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2253052" y="4843444"/>
            <a:ext cx="737059" cy="953841"/>
          </a:xfrm>
          <a:custGeom>
            <a:avLst/>
            <a:gdLst/>
            <a:ahLst/>
            <a:cxnLst/>
            <a:rect r="r" b="b" t="t" l="l"/>
            <a:pathLst>
              <a:path h="953841" w="737059">
                <a:moveTo>
                  <a:pt x="0" y="0"/>
                </a:moveTo>
                <a:lnTo>
                  <a:pt x="737059" y="0"/>
                </a:lnTo>
                <a:lnTo>
                  <a:pt x="737059" y="953842"/>
                </a:lnTo>
                <a:lnTo>
                  <a:pt x="0" y="953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002697" y="4843444"/>
            <a:ext cx="1243158" cy="953841"/>
          </a:xfrm>
          <a:custGeom>
            <a:avLst/>
            <a:gdLst/>
            <a:ahLst/>
            <a:cxnLst/>
            <a:rect r="r" b="b" t="t" l="l"/>
            <a:pathLst>
              <a:path h="953841" w="1243158">
                <a:moveTo>
                  <a:pt x="0" y="0"/>
                </a:moveTo>
                <a:lnTo>
                  <a:pt x="1243158" y="0"/>
                </a:lnTo>
                <a:lnTo>
                  <a:pt x="1243158" y="953842"/>
                </a:lnTo>
                <a:lnTo>
                  <a:pt x="0" y="953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353948" y="4108737"/>
            <a:ext cx="2423256" cy="2423256"/>
          </a:xfrm>
          <a:custGeom>
            <a:avLst/>
            <a:gdLst/>
            <a:ahLst/>
            <a:cxnLst/>
            <a:rect r="r" b="b" t="t" l="l"/>
            <a:pathLst>
              <a:path h="2423256" w="2423256">
                <a:moveTo>
                  <a:pt x="0" y="0"/>
                </a:moveTo>
                <a:lnTo>
                  <a:pt x="2423256" y="0"/>
                </a:lnTo>
                <a:lnTo>
                  <a:pt x="2423256" y="2423256"/>
                </a:lnTo>
                <a:lnTo>
                  <a:pt x="0" y="24232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2141531" y="7096998"/>
            <a:ext cx="960100" cy="960100"/>
          </a:xfrm>
          <a:custGeom>
            <a:avLst/>
            <a:gdLst/>
            <a:ahLst/>
            <a:cxnLst/>
            <a:rect r="r" b="b" t="t" l="l"/>
            <a:pathLst>
              <a:path h="960100" w="960100">
                <a:moveTo>
                  <a:pt x="0" y="0"/>
                </a:moveTo>
                <a:lnTo>
                  <a:pt x="960100" y="0"/>
                </a:lnTo>
                <a:lnTo>
                  <a:pt x="960100" y="960101"/>
                </a:lnTo>
                <a:lnTo>
                  <a:pt x="0" y="9601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094526" y="7049107"/>
            <a:ext cx="1055882" cy="1055882"/>
          </a:xfrm>
          <a:custGeom>
            <a:avLst/>
            <a:gdLst/>
            <a:ahLst/>
            <a:cxnLst/>
            <a:rect r="r" b="b" t="t" l="l"/>
            <a:pathLst>
              <a:path h="1055882" w="1055882">
                <a:moveTo>
                  <a:pt x="0" y="0"/>
                </a:moveTo>
                <a:lnTo>
                  <a:pt x="1055882" y="0"/>
                </a:lnTo>
                <a:lnTo>
                  <a:pt x="1055882" y="1055883"/>
                </a:lnTo>
                <a:lnTo>
                  <a:pt x="0" y="10558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0009971" y="7010191"/>
            <a:ext cx="1133715" cy="1133715"/>
          </a:xfrm>
          <a:custGeom>
            <a:avLst/>
            <a:gdLst/>
            <a:ahLst/>
            <a:cxnLst/>
            <a:rect r="r" b="b" t="t" l="l"/>
            <a:pathLst>
              <a:path h="1133715" w="1133715">
                <a:moveTo>
                  <a:pt x="0" y="0"/>
                </a:moveTo>
                <a:lnTo>
                  <a:pt x="1133715" y="0"/>
                </a:lnTo>
                <a:lnTo>
                  <a:pt x="1133715" y="1133715"/>
                </a:lnTo>
                <a:lnTo>
                  <a:pt x="0" y="11337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028700" y="566737"/>
            <a:ext cx="4495949" cy="80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¿Qué es Zentry?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2932691"/>
            <a:ext cx="7649399" cy="12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3A5698"/>
                </a:solidFill>
                <a:latin typeface="Poppins"/>
                <a:ea typeface="Poppins"/>
                <a:cs typeface="Poppins"/>
                <a:sym typeface="Poppins"/>
              </a:rPr>
              <a:t>Plataforma web para centralizar la gestión de RRHH en pequeñas empresas que aún dependan de otras herramientas ineficientes.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700815" y="2727586"/>
            <a:ext cx="1167110" cy="45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D1DFFF"/>
                </a:solidFill>
                <a:latin typeface="Poppins"/>
                <a:ea typeface="Poppins"/>
                <a:cs typeface="Poppins"/>
                <a:sym typeface="Poppins"/>
              </a:rPr>
              <a:t>Perfiles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686113" y="3735355"/>
            <a:ext cx="1181812" cy="32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EMPLEADO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852616" y="5627627"/>
            <a:ext cx="863508" cy="32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MANDO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563249" y="7519899"/>
            <a:ext cx="1442242" cy="32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 RRHH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856227" y="4158870"/>
            <a:ext cx="2856284" cy="51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Sus datos, fichaje, vacaciones, ausencias y chat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943038" y="6061971"/>
            <a:ext cx="2682664" cy="51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Aprueba o deniega solicitudes de su equipo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943038" y="7950437"/>
            <a:ext cx="2682664" cy="51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Acceso completo y configuración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005710" y="5896240"/>
            <a:ext cx="135091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A5698"/>
                </a:solidFill>
                <a:latin typeface="Poppins"/>
                <a:ea typeface="Poppins"/>
                <a:cs typeface="Poppins"/>
                <a:sym typeface="Poppins"/>
              </a:rPr>
              <a:t>Empleados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909506" y="5896240"/>
            <a:ext cx="142592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A5698"/>
                </a:solidFill>
                <a:latin typeface="Poppins"/>
                <a:ea typeface="Poppins"/>
                <a:cs typeface="Poppins"/>
                <a:sym typeface="Poppins"/>
              </a:rPr>
              <a:t>Vacaciones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943761" y="5896240"/>
            <a:ext cx="124182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A5698"/>
                </a:solidFill>
                <a:latin typeface="Poppins"/>
                <a:ea typeface="Poppins"/>
                <a:cs typeface="Poppins"/>
                <a:sym typeface="Poppins"/>
              </a:rPr>
              <a:t>Ausencias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164351" y="8169515"/>
            <a:ext cx="824954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A5698"/>
                </a:solidFill>
                <a:latin typeface="Poppins"/>
                <a:ea typeface="Poppins"/>
                <a:cs typeface="Poppins"/>
                <a:sym typeface="Poppins"/>
              </a:rPr>
              <a:t>Tablón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328480" y="8169515"/>
            <a:ext cx="59159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A5698"/>
                </a:solidFill>
                <a:latin typeface="Poppins"/>
                <a:ea typeface="Poppins"/>
                <a:cs typeface="Poppins"/>
                <a:sym typeface="Poppins"/>
              </a:rPr>
              <a:t>Chat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253956" y="8169515"/>
            <a:ext cx="854422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3A5698"/>
                </a:solidFill>
                <a:latin typeface="Poppins"/>
                <a:ea typeface="Poppins"/>
                <a:cs typeface="Poppins"/>
                <a:sym typeface="Poppins"/>
              </a:rPr>
              <a:t>Fichaje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044378"/>
            <a:chOff x="0" y="0"/>
            <a:chExt cx="4816593" cy="5384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38437"/>
            </a:xfrm>
            <a:custGeom>
              <a:avLst/>
              <a:gdLst/>
              <a:ahLst/>
              <a:cxnLst/>
              <a:rect r="r" b="b" t="t" l="l"/>
              <a:pathLst>
                <a:path h="53843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38437"/>
                  </a:lnTo>
                  <a:lnTo>
                    <a:pt x="0" y="538437"/>
                  </a:lnTo>
                  <a:close/>
                </a:path>
              </a:pathLst>
            </a:custGeom>
            <a:solidFill>
              <a:srgbClr val="3A569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5765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748115"/>
            <a:ext cx="16230600" cy="1541753"/>
            <a:chOff x="0" y="0"/>
            <a:chExt cx="4274726" cy="4060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406058"/>
            </a:xfrm>
            <a:custGeom>
              <a:avLst/>
              <a:gdLst/>
              <a:ahLst/>
              <a:cxnLst/>
              <a:rect r="r" b="b" t="t" l="l"/>
              <a:pathLst>
                <a:path h="40605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406058"/>
                  </a:lnTo>
                  <a:lnTo>
                    <a:pt x="0" y="406058"/>
                  </a:lnTo>
                  <a:close/>
                </a:path>
              </a:pathLst>
            </a:custGeom>
            <a:solidFill>
              <a:srgbClr val="4D73C8"/>
            </a:solidFill>
            <a:ln w="38100" cap="sq">
              <a:solidFill>
                <a:srgbClr val="D1D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444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32759" y="566737"/>
            <a:ext cx="8678099" cy="80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Arquitectura y tecnologías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4164" y="3017724"/>
            <a:ext cx="1181812" cy="32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26602" y="3480891"/>
            <a:ext cx="7568512" cy="25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Angular 17+  ·  Signals  ·  Material Angular  ·   Chart.js  ·  SheetJS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144000" y="4289868"/>
            <a:ext cx="0" cy="941950"/>
          </a:xfrm>
          <a:prstGeom prst="line">
            <a:avLst/>
          </a:prstGeom>
          <a:ln cap="flat" w="38100">
            <a:solidFill>
              <a:srgbClr val="2A478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8144917" y="4597395"/>
            <a:ext cx="1998166" cy="292284"/>
            <a:chOff x="0" y="0"/>
            <a:chExt cx="526266" cy="769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6266" cy="76980"/>
            </a:xfrm>
            <a:custGeom>
              <a:avLst/>
              <a:gdLst/>
              <a:ahLst/>
              <a:cxnLst/>
              <a:rect r="r" b="b" t="t" l="l"/>
              <a:pathLst>
                <a:path h="76980" w="526266">
                  <a:moveTo>
                    <a:pt x="0" y="0"/>
                  </a:moveTo>
                  <a:lnTo>
                    <a:pt x="526266" y="0"/>
                  </a:lnTo>
                  <a:lnTo>
                    <a:pt x="526266" y="76980"/>
                  </a:lnTo>
                  <a:lnTo>
                    <a:pt x="0" y="769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26266" cy="115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5231818"/>
            <a:ext cx="16230600" cy="1541753"/>
            <a:chOff x="0" y="0"/>
            <a:chExt cx="4274726" cy="4060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74726" cy="406058"/>
            </a:xfrm>
            <a:custGeom>
              <a:avLst/>
              <a:gdLst/>
              <a:ahLst/>
              <a:cxnLst/>
              <a:rect r="r" b="b" t="t" l="l"/>
              <a:pathLst>
                <a:path h="40605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406058"/>
                  </a:lnTo>
                  <a:lnTo>
                    <a:pt x="0" y="406058"/>
                  </a:lnTo>
                  <a:close/>
                </a:path>
              </a:pathLst>
            </a:custGeom>
            <a:solidFill>
              <a:srgbClr val="4D73C8"/>
            </a:solidFill>
            <a:ln w="38100" cap="sq">
              <a:solidFill>
                <a:srgbClr val="D1D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74726" cy="444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04164" y="5676932"/>
            <a:ext cx="1181812" cy="32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59744" y="5964595"/>
            <a:ext cx="7568512" cy="25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Spring Boot 3  ·  Spring Security  ·  JWT  ·   WebSocket (STOMP)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8700" y="7716547"/>
            <a:ext cx="16230600" cy="1541753"/>
            <a:chOff x="0" y="0"/>
            <a:chExt cx="4274726" cy="40605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74726" cy="406058"/>
            </a:xfrm>
            <a:custGeom>
              <a:avLst/>
              <a:gdLst/>
              <a:ahLst/>
              <a:cxnLst/>
              <a:rect r="r" b="b" t="t" l="l"/>
              <a:pathLst>
                <a:path h="406058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406058"/>
                  </a:lnTo>
                  <a:lnTo>
                    <a:pt x="0" y="406058"/>
                  </a:lnTo>
                  <a:close/>
                </a:path>
              </a:pathLst>
            </a:custGeom>
            <a:solidFill>
              <a:srgbClr val="4D73C8"/>
            </a:solidFill>
            <a:ln w="38100" cap="sq">
              <a:solidFill>
                <a:srgbClr val="D1D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274726" cy="444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04164" y="7986156"/>
            <a:ext cx="1934166" cy="32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sz="1799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BASE DE DATOS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26602" y="8449323"/>
            <a:ext cx="7568512" cy="25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MongoDB  ·  Documentos JSON por entidad</a:t>
            </a:r>
          </a:p>
        </p:txBody>
      </p:sp>
      <p:sp>
        <p:nvSpPr>
          <p:cNvPr name="AutoShape 25" id="25"/>
          <p:cNvSpPr/>
          <p:nvPr/>
        </p:nvSpPr>
        <p:spPr>
          <a:xfrm>
            <a:off x="9144000" y="6773572"/>
            <a:ext cx="0" cy="942975"/>
          </a:xfrm>
          <a:prstGeom prst="line">
            <a:avLst/>
          </a:prstGeom>
          <a:ln cap="flat" w="38100">
            <a:solidFill>
              <a:srgbClr val="2A47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8144917" y="4580186"/>
            <a:ext cx="19981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2A47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HTTP/REST + JWT</a:t>
            </a:r>
          </a:p>
        </p:txBody>
      </p:sp>
      <p:sp>
        <p:nvSpPr>
          <p:cNvPr name="AutoShape 27" id="27"/>
          <p:cNvSpPr/>
          <p:nvPr/>
        </p:nvSpPr>
        <p:spPr>
          <a:xfrm>
            <a:off x="9144000" y="6773572"/>
            <a:ext cx="0" cy="941950"/>
          </a:xfrm>
          <a:prstGeom prst="line">
            <a:avLst/>
          </a:prstGeom>
          <a:ln cap="flat" w="38100">
            <a:solidFill>
              <a:srgbClr val="2A478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8144917" y="7081099"/>
            <a:ext cx="1998166" cy="292284"/>
            <a:chOff x="0" y="0"/>
            <a:chExt cx="526266" cy="769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6266" cy="76980"/>
            </a:xfrm>
            <a:custGeom>
              <a:avLst/>
              <a:gdLst/>
              <a:ahLst/>
              <a:cxnLst/>
              <a:rect r="r" b="b" t="t" l="l"/>
              <a:pathLst>
                <a:path h="76980" w="526266">
                  <a:moveTo>
                    <a:pt x="0" y="0"/>
                  </a:moveTo>
                  <a:lnTo>
                    <a:pt x="526266" y="0"/>
                  </a:lnTo>
                  <a:lnTo>
                    <a:pt x="526266" y="76980"/>
                  </a:lnTo>
                  <a:lnTo>
                    <a:pt x="0" y="769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26266" cy="115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347793" y="7040272"/>
            <a:ext cx="35924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2A478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HTTP/REST + JWT y WebSocket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DAHKeze9fDg</dc:identifier>
  <dcterms:modified xsi:type="dcterms:W3CDTF">2011-08-01T06:04:30Z</dcterms:modified>
  <cp:revision>1</cp:revision>
  <dc:title>ZENTRY</dc:title>
</cp:coreProperties>
</file>